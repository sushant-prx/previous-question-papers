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69613" autoAdjust="0"/>
  </p:normalViewPr>
  <p:slideViewPr>
    <p:cSldViewPr snapToGrid="0">
      <p:cViewPr varScale="1">
        <p:scale>
          <a:sx n="50" d="100"/>
          <a:sy n="50" d="100"/>
        </p:scale>
        <p:origin x="15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A9CCE-97DF-4CEE-9141-99A2BE7C487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774F3-9D82-4A6E-8BF6-DE642C51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4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DocX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Cui2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Rhcm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18A48096-D8F5-F176-BB1C-2E23CE524D7B}" type="slidenum">
              <a:t>3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7D152FA1-EF90-40D9-DEAD-198C61E3284C}" type="slidenum">
              <a:t>4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59D99A17-59B4-8C6C-FA61-AF39D42F0CFA}" type="slidenum">
              <a:t>5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r>
              <a:rPr lang="en-US" dirty="0"/>
              <a:t>Front can be increased so need </a:t>
            </a:r>
            <a:r>
              <a:rPr lang="en-US"/>
              <a:t>to reduced</a:t>
            </a: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47A5AE47-09AA-F058-E41D-FF0DE05312AA}" type="slidenum">
              <a:t>6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ggjg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368787C7-89DB-D271-953F-7F24C971632A}" type="slidenum">
              <a:t>7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7E46B5D1-9F93-1343-DDFE-6916FBB02B3C}" type="slidenum">
              <a:t>8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4BC1B2A8-E6A6-9444-E879-1011FC371E45}" type="slidenum">
              <a:t>9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61BC944A-048C-E962-C204-F237DA4A34A7}" type="slidenum">
              <a:t>10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3CC2107F-31D1-97E6-9F7A-C7B35E346992}" type="slidenum">
              <a:t>11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34DB06F5-BBD9-8EF0-9763-4DA5482D6118}" type="slidenum">
              <a:t>12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hHwg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+AQE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eJ2M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7C50B5FB-B591-0543-DFE8-4316FBA62916}" type="slidenum">
              <a:t>13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PxB5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en-us"/>
            </a:pPr>
            <a:fld id="{540CA72F-61B9-5951-F7B4-9704E9FA01C2}" type="slidenum">
              <a:t>14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70E2-9FB2-0CF7-2005-CAD22547D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37468-8E34-C709-EFC8-817CBE23C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C222F-716B-3245-6AC9-D60BF390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70BFC-9FA7-54DE-E7DD-8E7858102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4B41A-4D02-8B0C-96E0-ED2D65E0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9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F78C-1857-0A7F-81D1-EB79B172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58433-AF00-4797-EBCF-50B2C867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E4861-56DF-7A11-218E-417B7B59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6B10C-A26F-5320-B6E0-27BD31DA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5377F-81D0-BF0D-3631-982F79435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1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70447-BF21-C5A4-42AB-90898707D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715B8-A020-3DF4-0F95-7F7CBE6BB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105C2-EDED-E1B2-D8FB-3307B5A6B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8592E-4B2D-667F-7137-B9FD4F3C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5D987-FDDE-95BF-FE7B-B8FD7DD3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6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6CE4E-F434-8095-E2DB-1F1FA9C9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44B7C-9329-500E-AF80-82C825D7B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B28A9-2FB9-8D1B-C607-86828C870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05F46-02F1-7BC7-15F2-2CB3FC50D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837B5-9F65-7E62-BBE6-6B0A4FCC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CEBA2-BD9C-8EB4-4409-4CB86CF5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69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9BC5-ACCB-D2C5-5A6D-F91B0379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26F1A-A9FF-EE22-B553-F372FD118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0FB95-9A27-F1A2-4A3C-97F04D2A7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1AF97-267F-3813-DD94-096D7DACF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5FA23-892D-776C-AE64-4DCEEED7C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633A38-DC33-FCDC-819D-796D13A6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AD16F2-87EE-5ABC-49F5-E18E1A6D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F2D5B-3D96-5AB3-6985-8968EBFDA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9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91CE-86EA-343C-E23D-E933FB543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B239E-BAB8-8556-6C75-787615196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15FDD-7CE1-648D-E3CC-7EBDFEA8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F4F5E-7845-B45A-939F-6A5D3520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8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B5C39-5F3B-EDC0-82EA-1DD2B728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6AF62-B224-C2DB-C0D9-38661E70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B0219-54A1-E23E-DA6C-215293C8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6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C653-3BAD-44C3-AEA8-25B677A9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73AD9-D9DF-A0F5-0793-2E8928329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9865F-EC5E-3EA3-718A-CF10AA8AA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B51F4-71F3-C95E-55F1-D9BC6C43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46BCA-8665-8579-788E-FDB12842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FECA5-5BBB-FD3C-87C6-04B61836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33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7531-C9C7-FACC-8040-804D60633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DC3D41-1708-CBF1-72C5-9A2354A99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E6D25-2B4D-1F1B-6CD2-57FB11D17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024D8-2042-2847-A453-73248B25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76325-4180-19C9-8140-077B9555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0DF63-3A40-A79E-7EC4-8C12F5B9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C2E6-A056-7108-6888-D124424D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3FD1A-30CA-FDC3-04B5-1842D762D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329B-2F5A-7188-AA9A-0CE3DF85D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AEBAE-25CD-BF91-6D69-7B83EA1E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FB472-84A1-5DD2-2AC5-E26F12F1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22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1004FD-4607-6EF4-5205-71A9F0596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AFEC1-C77E-03FF-9798-E31ECF05B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E4BC3-AF57-45D5-258D-C1A52840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DC995-7B59-819D-F62C-897C33D0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3BCE-A4F8-BCCD-FA47-84452D34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B84FE7-89FD-2E96-05EE-891A581EC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593F5-7998-2C62-C495-34D9109C3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CB57D-D7C4-20E8-5D4C-277912213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F9EA0-45A6-41DB-8C7E-EC8570921C3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9D210-9A5E-2C03-9C8D-46A9E58C4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63233-E28F-F6D5-7F8E-A23C138A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A9153-B732-4962-A7C0-11115710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2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6217-3294-84EA-028D-FC34720FC7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7C9B7-0DA4-A351-5878-B1B7CE0BFC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Unit-4</a:t>
            </a:r>
          </a:p>
        </p:txBody>
      </p:sp>
    </p:spTree>
    <p:extLst>
      <p:ext uri="{BB962C8B-B14F-4D97-AF65-F5344CB8AC3E}">
        <p14:creationId xmlns:p14="http://schemas.microsoft.com/office/powerpoint/2010/main" val="357460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46683-F76D-27AC-A309-31B045060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E8B0C-5A6B-0347-ECFB-AC77D007F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43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Queue</a:t>
            </a:r>
          </a:p>
        </p:txBody>
      </p:sp>
      <p:pic>
        <p:nvPicPr>
          <p:cNvPr id="3" name="Picture 2" descr="Queue (abstract data type) - Wikipedia"/>
          <p:cNvPic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B0k/ZxMAAAAlAAAAEQ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qOX2q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AsRAABxCQAA9TkAADU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770505" y="1534795"/>
            <a:ext cx="6650990" cy="43510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Queue ADT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Dww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marL="224790" indent="-224790">
              <a:lnSpc>
                <a:spcPct val="85000"/>
              </a:lnSpc>
              <a:spcBef>
                <a:spcPts val="750"/>
              </a:spcBef>
              <a:buClrTx/>
              <a:buFont typeface="Arial" pitchFamily="2" charset="0"/>
              <a:buChar char="•"/>
              <a:defRPr lang="en-us" sz="2100" cap="none"/>
            </a:pPr>
            <a:r>
              <a:rPr lang="en-us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A Queue ADT (Abstract Data Type) represents a collection of elements in a specific order. </a:t>
            </a:r>
            <a:endParaRPr lang="en-us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224790" indent="-224790">
              <a:lnSpc>
                <a:spcPct val="85000"/>
              </a:lnSpc>
              <a:spcBef>
                <a:spcPts val="750"/>
              </a:spcBef>
              <a:buClrTx/>
              <a:buFont typeface="Arial" pitchFamily="2" charset="0"/>
              <a:buChar char="•"/>
              <a:defRPr lang="en-us" sz="2100" cap="none"/>
            </a:pPr>
            <a:r>
              <a:rPr lang="en-us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It follows the First-In-First-Out (FIFO) principle, which means that the element added first will be the first one to be removed.</a:t>
            </a:r>
            <a:endParaRPr lang="en-us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224790" indent="-224790">
              <a:lnSpc>
                <a:spcPct val="85000"/>
              </a:lnSpc>
              <a:spcBef>
                <a:spcPts val="750"/>
              </a:spcBef>
              <a:buClrTx/>
              <a:buFont typeface="Arial" pitchFamily="2" charset="0"/>
              <a:buChar char="•"/>
              <a:defRPr lang="en-us" sz="2100" cap="none"/>
            </a:pPr>
            <a:r>
              <a:rPr lang="en-us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The main operations supported by a Queue ADT are:</a:t>
            </a:r>
            <a:endParaRPr lang="en-us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674370" lvl="1" indent="-224790">
              <a:lnSpc>
                <a:spcPct val="85000"/>
              </a:lnSpc>
              <a:spcBef>
                <a:spcPts val="370"/>
              </a:spcBef>
              <a:buClrTx/>
              <a:buFont typeface="Arial" pitchFamily="2" charset="0"/>
              <a:buChar char="•"/>
              <a:defRPr lang="en-us" sz="1800" cap="none"/>
            </a:pPr>
            <a:r>
              <a:rPr lang="en-us" sz="2100" cap="none">
                <a:solidFill>
                  <a:srgbClr val="FF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Enqueue: This operation adds an element to the back of the queue.</a:t>
            </a:r>
            <a:endParaRPr lang="en-us" sz="2100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674370" lvl="1" indent="-224790">
              <a:lnSpc>
                <a:spcPct val="85000"/>
              </a:lnSpc>
              <a:spcBef>
                <a:spcPts val="370"/>
              </a:spcBef>
              <a:buClrTx/>
              <a:buFont typeface="Arial" pitchFamily="2" charset="0"/>
              <a:buChar char="•"/>
              <a:defRPr lang="en-us" sz="1800" cap="none"/>
            </a:pPr>
            <a:r>
              <a:rPr lang="en-us" sz="2100" cap="none">
                <a:solidFill>
                  <a:srgbClr val="FF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Dequeue: This operation removes and returns the element at the front of the queue.</a:t>
            </a:r>
            <a:endParaRPr lang="en-us" sz="2100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674370" lvl="1" indent="-224790">
              <a:lnSpc>
                <a:spcPct val="85000"/>
              </a:lnSpc>
              <a:spcBef>
                <a:spcPts val="370"/>
              </a:spcBef>
              <a:buClrTx/>
              <a:buFont typeface="Arial" pitchFamily="2" charset="0"/>
              <a:buChar char="•"/>
              <a:defRPr lang="en-us" sz="1800" cap="none"/>
            </a:pPr>
            <a:r>
              <a:rPr lang="en-us" sz="2100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Front: This operation returns the element at the front of the queue without removing it.</a:t>
            </a:r>
            <a:endParaRPr lang="en-us" sz="2100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674370" lvl="1" indent="-224790">
              <a:lnSpc>
                <a:spcPct val="85000"/>
              </a:lnSpc>
              <a:spcBef>
                <a:spcPts val="370"/>
              </a:spcBef>
              <a:buClrTx/>
              <a:buFont typeface="Arial" pitchFamily="2" charset="0"/>
              <a:buChar char="•"/>
              <a:defRPr lang="en-us" sz="1800" cap="none"/>
            </a:pPr>
            <a:r>
              <a:rPr lang="en-us" sz="2100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IsEmpty: This operation checks if the queue is empty.</a:t>
            </a:r>
          </a:p>
          <a:p>
            <a:pPr marL="674370" lvl="1" indent="-224790">
              <a:lnSpc>
                <a:spcPct val="85000"/>
              </a:lnSpc>
              <a:spcBef>
                <a:spcPts val="370"/>
              </a:spcBef>
              <a:buClrTx/>
              <a:buFont typeface="Arial" pitchFamily="2" charset="0"/>
              <a:buChar char="•"/>
              <a:defRPr lang="en-us" sz="1800" cap="none"/>
            </a:pPr>
            <a:r>
              <a:rPr lang="en-us" sz="2100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IsFull()</a:t>
            </a:r>
            <a:endParaRPr lang="en-us" sz="2100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674370" lvl="1" indent="-224790">
              <a:lnSpc>
                <a:spcPct val="85000"/>
              </a:lnSpc>
              <a:spcBef>
                <a:spcPts val="370"/>
              </a:spcBef>
              <a:buClrTx/>
              <a:buFont typeface="Arial" pitchFamily="2" charset="0"/>
              <a:buChar char="•"/>
              <a:defRPr lang="en-us" sz="1800" cap="none"/>
            </a:pPr>
            <a:r>
              <a:rPr lang="en-us" sz="2100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Size: This operation returns the number of elements currently in the queue.</a:t>
            </a:r>
            <a:endParaRPr lang="en-us" sz="2100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>
              <a:lnSpc>
                <a:spcPct val="85000"/>
              </a:lnSpc>
              <a:spcBef>
                <a:spcPts val="750"/>
              </a:spcBef>
              <a:defRPr lang="en-us" sz="2100" cap="none"/>
            </a:pPr>
            <a:endParaRPr lang="en-us" sz="2100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Queue ADT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t>Queue data structure can be implemented in two ways. They are as follows...</a:t>
            </a:r>
          </a:p>
          <a:p>
            <a:pPr>
              <a:defRPr lang="en-us"/>
            </a:pPr>
            <a:endParaRPr/>
          </a:p>
          <a:p>
            <a:pPr lvl="1">
              <a:defRPr lang="en-us"/>
            </a:pPr>
            <a:r>
              <a:t>Using Array</a:t>
            </a:r>
            <a:endParaRPr lang="en-us" sz="2800" cap="none"/>
          </a:p>
          <a:p>
            <a:pPr lvl="1">
              <a:defRPr lang="en-us"/>
            </a:pPr>
            <a:r>
              <a:t>Using Linked List (LATER IN THIS CHAPTER)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Queue ADT and its array Implementation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AAAAAAmAAAACAAAAAEAAAAAAAAA"/>
              </a:ext>
            </a:extLst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</p:spPr>
        <p:txBody>
          <a:bodyPr/>
          <a:lstStyle/>
          <a:p>
            <a:pPr>
              <a:defRPr lang="en-us"/>
            </a:pPr>
            <a:r>
              <a:t>Class Demo</a:t>
            </a:r>
          </a:p>
          <a:p>
            <a:pPr>
              <a:defRPr lang="en-us"/>
            </a:pPr>
            <a:endParaRPr/>
          </a:p>
          <a:p>
            <a:pPr>
              <a:defRPr lang="en-us"/>
            </a:pPr>
            <a:r>
              <a:rPr lang="en-us" i="1" cap="none"/>
              <a:t>//problem in </a:t>
            </a:r>
            <a:r>
              <a:rPr lang="en-us" b="1" i="1" cap="none"/>
              <a:t>Linear queue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Circular Queue</a:t>
            </a:r>
          </a:p>
        </p:txBody>
      </p:sp>
      <p:pic>
        <p:nvPicPr>
          <p:cNvPr id="3" name="Picture 2" descr="Circular increment in circular queue"/>
          <p:cNvPic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B0k/ZxMAAAAlAAAAEQ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BQWAACNCAAA+DAAAA8j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1390015"/>
            <a:ext cx="4371340" cy="430911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Circular Queue and its array implementation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Dww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 marL="219075" indent="-219075">
              <a:lnSpc>
                <a:spcPct val="87000"/>
              </a:lnSpc>
              <a:spcBef>
                <a:spcPts val="850"/>
              </a:spcBef>
              <a:buClrTx/>
              <a:buFont typeface="Arial" pitchFamily="2" charset="0"/>
              <a:buChar char="•"/>
              <a:defRPr lang="en-us" sz="2380" cap="none"/>
            </a:pPr>
            <a:r>
              <a:rPr lang="en-us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A circular queue, also known as a circular buffer, is a type of queue data structure in which the last element is connected to the first element, forming a circular structure.</a:t>
            </a:r>
            <a:endParaRPr lang="en-us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219075" indent="-219075">
              <a:lnSpc>
                <a:spcPct val="87000"/>
              </a:lnSpc>
              <a:spcBef>
                <a:spcPts val="850"/>
              </a:spcBef>
              <a:buClrTx/>
              <a:buFont typeface="Arial" pitchFamily="2" charset="0"/>
              <a:buChar char="•"/>
              <a:defRPr lang="en-us" sz="2380" cap="none"/>
            </a:pPr>
            <a:r>
              <a:rPr lang="en-us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 This allows for efficient utilization of the underlying array or memory block used to implement the queue.</a:t>
            </a:r>
            <a:endParaRPr lang="en-us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219075" indent="-219075">
              <a:lnSpc>
                <a:spcPct val="87000"/>
              </a:lnSpc>
              <a:spcBef>
                <a:spcPts val="850"/>
              </a:spcBef>
              <a:buClrTx/>
              <a:buFont typeface="Arial" pitchFamily="2" charset="0"/>
              <a:buChar char="•"/>
              <a:defRPr lang="en-us" sz="2380" cap="none"/>
            </a:pPr>
            <a:r>
              <a:rPr lang="en-us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when the queue is full and a new element needs to be inserted, it wraps around to the beginning of the queue and fills the empty slots there. </a:t>
            </a:r>
            <a:endParaRPr lang="en-us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219075" indent="-219075">
              <a:lnSpc>
                <a:spcPct val="87000"/>
              </a:lnSpc>
              <a:spcBef>
                <a:spcPts val="850"/>
              </a:spcBef>
              <a:buClrTx/>
              <a:buFont typeface="Arial" pitchFamily="2" charset="0"/>
              <a:buChar char="•"/>
              <a:defRPr lang="en-us" sz="2380" cap="none"/>
            </a:pPr>
            <a:r>
              <a:rPr lang="en-us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Similarly, when elements are dequeued from the queue, the vacant slots at the front of the queue are filled by elements from the end.</a:t>
            </a:r>
            <a:endParaRPr lang="en-us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 marL="657860" lvl="1" indent="-219075">
              <a:lnSpc>
                <a:spcPct val="87000"/>
              </a:lnSpc>
              <a:spcBef>
                <a:spcPts val="420"/>
              </a:spcBef>
              <a:buClrTx/>
              <a:buFont typeface="Arial" pitchFamily="2" charset="0"/>
              <a:buChar char="•"/>
              <a:defRPr lang="en-us" sz="2040" cap="none"/>
            </a:pPr>
            <a:r>
              <a:rPr lang="en-us" sz="2380" cap="none">
                <a:solidFill>
                  <a:srgbClr val="0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(Rear+1)%N==front</a:t>
            </a:r>
            <a:endParaRPr lang="en-us" sz="2380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  <a:p>
            <a:pPr>
              <a:lnSpc>
                <a:spcPct val="87000"/>
              </a:lnSpc>
              <a:spcBef>
                <a:spcPts val="850"/>
              </a:spcBef>
              <a:defRPr lang="en-us" sz="2380" cap="none"/>
            </a:pPr>
            <a:endParaRPr lang="en-us" sz="2380" cap="none">
              <a:solidFill>
                <a:srgbClr val="000000"/>
              </a:solidFill>
              <a:latin typeface="Calibri" pitchFamily="2" charset="0"/>
              <a:ea typeface="Arial" pitchFamily="2" charset="0"/>
              <a:cs typeface="Arial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Double Ended Queue </a:t>
            </a:r>
            <a:br/>
            <a:r>
              <a:t>(DEQUE)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t>Deque or Double Ended Queue is a type of queue in which insertion and removal of elements can either be performed from the front or the rear. </a:t>
            </a:r>
          </a:p>
          <a:p>
            <a:pPr>
              <a:defRPr lang="en-us"/>
            </a:pPr>
            <a:r>
              <a:t>Thus, it does not follow FIFO rule (First In First Out).</a:t>
            </a:r>
          </a:p>
          <a:p>
            <a:pPr>
              <a:defRPr lang="en-us"/>
            </a:pPr>
            <a:endParaRPr/>
          </a:p>
        </p:txBody>
      </p:sp>
      <p:pic>
        <p:nvPicPr>
          <p:cNvPr id="4" name="Picture1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B0k/Zx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AYLAAAeGgAAYj0AAC8i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791970" y="4245610"/>
            <a:ext cx="8186420" cy="13112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4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Double Ended Queue </a:t>
            </a:r>
            <a:br/>
            <a:r>
              <a:t>(DEQUE)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rPr lang="en-us" sz="2600" cap="none"/>
              <a:t>Types of Deque</a:t>
            </a:r>
          </a:p>
          <a:p>
            <a:pPr lvl="1">
              <a:defRPr lang="en-us"/>
            </a:pPr>
            <a:r>
              <a:rPr lang="en-us" sz="2600" cap="none"/>
              <a:t>Input Restricted Deque</a:t>
            </a:r>
          </a:p>
          <a:p>
            <a:pPr lvl="2">
              <a:defRPr lang="en-us"/>
            </a:pPr>
            <a:r>
              <a:rPr lang="en-us" sz="2600" cap="none"/>
              <a:t>In this deque, input is restricted at a single end but allows deletion at both the ends.</a:t>
            </a:r>
          </a:p>
          <a:p>
            <a:pPr lvl="1">
              <a:defRPr lang="en-us"/>
            </a:pPr>
            <a:r>
              <a:rPr lang="en-us" sz="2600" cap="none"/>
              <a:t>Output Restricted Deque</a:t>
            </a:r>
          </a:p>
          <a:p>
            <a:pPr lvl="2">
              <a:defRPr lang="en-us"/>
            </a:pPr>
            <a:r>
              <a:rPr lang="en-us" sz="2600" cap="none"/>
              <a:t>In this deque, output is restricted at a single end but allows insertion at both the 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performing the following operations deque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t>Insert at the Front</a:t>
            </a:r>
          </a:p>
          <a:p>
            <a:pPr>
              <a:defRPr lang="en-us"/>
            </a:pPr>
            <a:r>
              <a:t>Insert at the Rear</a:t>
            </a:r>
          </a:p>
          <a:p>
            <a:pPr>
              <a:defRPr lang="en-us"/>
            </a:pPr>
            <a:r>
              <a:t>Delete from the Front</a:t>
            </a:r>
          </a:p>
          <a:p>
            <a:pPr>
              <a:defRPr lang="en-us"/>
            </a:pPr>
            <a:r>
              <a:t>Delete from the Rear</a:t>
            </a:r>
          </a:p>
          <a:p>
            <a:pPr>
              <a:defRPr lang="en-us"/>
            </a:pPr>
            <a:r>
              <a:t>getFront()</a:t>
            </a:r>
          </a:p>
          <a:p>
            <a:pPr>
              <a:defRPr lang="en-us"/>
            </a:pPr>
            <a:r>
              <a:t>getRear()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B0k/Zx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EsBAACmBwAA4B0AADM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10185" y="1243330"/>
            <a:ext cx="4646295" cy="350329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B0k/Zx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AYoAABhBwAAVEUAAHcd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506210" y="1199515"/>
            <a:ext cx="4763770" cy="359029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B0k/Zx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PwBAAAAAAAAoCYAAHQV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" y="0"/>
            <a:ext cx="5956300" cy="34874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B0k/Zx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EUhAADjFQAAuEYAABco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5408295" y="3557905"/>
            <a:ext cx="6087745" cy="29591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KlpZ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Priority Queue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B0k/Zx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t>FIFO</a:t>
            </a:r>
          </a:p>
          <a:p>
            <a:pPr>
              <a:defRPr lang="en-us"/>
            </a:pPr>
            <a:r>
              <a:t>Similar to Queue but it gives some priority according to data</a:t>
            </a:r>
          </a:p>
          <a:p>
            <a:pPr>
              <a:defRPr lang="en-us"/>
            </a:pPr>
            <a:r>
              <a:t>Types:-</a:t>
            </a:r>
          </a:p>
          <a:p>
            <a:pPr lvl="1">
              <a:defRPr lang="en-us"/>
            </a:pPr>
            <a:r>
              <a:t>Ascending priority ==&gt;small priority(item) has Higher priority</a:t>
            </a:r>
          </a:p>
          <a:p>
            <a:pPr lvl="1">
              <a:defRPr lang="en-us"/>
            </a:pPr>
            <a:r>
              <a:t>Descending priority  ==&gt;larger priority(item) has Higher priority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486</Words>
  <Application>Microsoft Office PowerPoint</Application>
  <PresentationFormat>Widescreen</PresentationFormat>
  <Paragraphs>64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Queue</vt:lpstr>
      <vt:lpstr>PowerPoint Presentation</vt:lpstr>
      <vt:lpstr>Queue</vt:lpstr>
      <vt:lpstr>Queue ADT</vt:lpstr>
      <vt:lpstr>Queue ADT</vt:lpstr>
      <vt:lpstr>Queue ADT and its array Implementation</vt:lpstr>
      <vt:lpstr>Circular Queue</vt:lpstr>
      <vt:lpstr>Circular Queue and its array implementation</vt:lpstr>
      <vt:lpstr>Double Ended Queue  (DEQUE)</vt:lpstr>
      <vt:lpstr>Double Ended Queue  (DEQUE)</vt:lpstr>
      <vt:lpstr>performing the following operations deque</vt:lpstr>
      <vt:lpstr>PowerPoint Presentation</vt:lpstr>
      <vt:lpstr>PowerPoint Presentation</vt:lpstr>
      <vt:lpstr>Priority Queue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pathak</dc:creator>
  <cp:lastModifiedBy>shiva pathak</cp:lastModifiedBy>
  <cp:revision>3</cp:revision>
  <dcterms:created xsi:type="dcterms:W3CDTF">2025-05-05T14:58:26Z</dcterms:created>
  <dcterms:modified xsi:type="dcterms:W3CDTF">2025-05-06T06:13:36Z</dcterms:modified>
</cp:coreProperties>
</file>